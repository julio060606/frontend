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77ba1b145b46cc" /><Relationship Type="http://schemas.openxmlformats.org/officeDocument/2006/relationships/extended-properties" Target="/docProps/app.xml" Id="R847e0a0d097d4481" /><Relationship Type="http://schemas.openxmlformats.org/officeDocument/2006/relationships/officeDocument" Target="/ppt/presentation.xml" Id="Re931713aa40d40b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296c0f8255848e1"/>
  </p:sldMasterIdLst>
  <p:notesMasterIdLst>
    <p:notesMasterId xmlns:r="http://schemas.openxmlformats.org/officeDocument/2006/relationships" r:id="Rda78be2e182c4748"/>
  </p:notesMasterIdLst>
  <p:sldIdLst>
    <p:sldId xmlns:r="http://schemas.openxmlformats.org/officeDocument/2006/relationships" id="256" r:id="R6783621126ec4479"/>
    <p:sldId xmlns:r="http://schemas.openxmlformats.org/officeDocument/2006/relationships" id="257" r:id="R78892068e95d4135"/>
    <p:sldId xmlns:r="http://schemas.openxmlformats.org/officeDocument/2006/relationships" id="258" r:id="Rbf9ef1d14e294dd1"/>
    <p:sldId xmlns:r="http://schemas.openxmlformats.org/officeDocument/2006/relationships" id="259" r:id="R31b671dd1e174a8f"/>
    <p:sldId xmlns:r="http://schemas.openxmlformats.org/officeDocument/2006/relationships" id="260" r:id="Rc226a50b04814095"/>
    <p:sldId xmlns:r="http://schemas.openxmlformats.org/officeDocument/2006/relationships" id="261" r:id="Rebc2ac40ead94309"/>
    <p:sldId xmlns:r="http://schemas.openxmlformats.org/officeDocument/2006/relationships" id="262" r:id="R220ea1f9d2bc441d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50385083c0df4161"/>
      <p:bold xmlns:r="http://schemas.openxmlformats.org/officeDocument/2006/relationships" r:id="Rf2899d7d44014c1c"/>
      <p:italic xmlns:r="http://schemas.openxmlformats.org/officeDocument/2006/relationships" r:id="R515cc81f23d542ca"/>
      <p:boldItalic xmlns:r="http://schemas.openxmlformats.org/officeDocument/2006/relationships" r:id="R4e0c0121a4834ed8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5eb3b2cc884461" /><Relationship Type="http://schemas.openxmlformats.org/officeDocument/2006/relationships/slideMaster" Target="/ppt/slideMasters/slideMaster1.xml" Id="R1296c0f8255848e1" /><Relationship Type="http://schemas.openxmlformats.org/officeDocument/2006/relationships/notesMaster" Target="/ppt/notesMasters/notesMaster1.xml" Id="Rda78be2e182c4748" /><Relationship Type="http://schemas.openxmlformats.org/officeDocument/2006/relationships/presProps" Target="/ppt/presProps.xml" Id="R7d25bf312d46491f" /><Relationship Type="http://schemas.openxmlformats.org/officeDocument/2006/relationships/viewProps" Target="/ppt/viewProps.xml" Id="Rc6abcc66bfe5441d" /><Relationship Type="http://schemas.openxmlformats.org/officeDocument/2006/relationships/tableStyles" Target="/ppt/tableStyles.xml" Id="Rd73fff7b2e08426b" /><Relationship Type="http://schemas.openxmlformats.org/officeDocument/2006/relationships/font" Target="/ppt/fonts/font.dat" Id="R50385083c0df4161" /><Relationship Type="http://schemas.openxmlformats.org/officeDocument/2006/relationships/font" Target="/ppt/fonts/font2.dat" Id="Rf2899d7d44014c1c" /><Relationship Type="http://schemas.openxmlformats.org/officeDocument/2006/relationships/font" Target="/ppt/fonts/font3.dat" Id="R515cc81f23d542ca" /><Relationship Type="http://schemas.openxmlformats.org/officeDocument/2006/relationships/font" Target="/ppt/fonts/font4.dat" Id="R4e0c0121a4834ed8" /><Relationship Type="http://schemas.openxmlformats.org/officeDocument/2006/relationships/slide" Target="/ppt/slides/slide1.xml" Id="R6783621126ec4479" /><Relationship Type="http://schemas.openxmlformats.org/officeDocument/2006/relationships/slide" Target="/ppt/slides/slide2.xml" Id="R78892068e95d4135" /><Relationship Type="http://schemas.openxmlformats.org/officeDocument/2006/relationships/slide" Target="/ppt/slides/slide3.xml" Id="Rbf9ef1d14e294dd1" /><Relationship Type="http://schemas.openxmlformats.org/officeDocument/2006/relationships/slide" Target="/ppt/slides/slide4.xml" Id="R31b671dd1e174a8f" /><Relationship Type="http://schemas.openxmlformats.org/officeDocument/2006/relationships/slide" Target="/ppt/slides/slide5.xml" Id="Rc226a50b04814095" /><Relationship Type="http://schemas.openxmlformats.org/officeDocument/2006/relationships/slide" Target="/ppt/slides/slide6.xml" Id="Rebc2ac40ead94309" /><Relationship Type="http://schemas.openxmlformats.org/officeDocument/2006/relationships/slide" Target="/ppt/slides/slide7.xml" Id="R220ea1f9d2bc44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a127c9fb6a4a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7e35a210c94469" /><Relationship Type="http://schemas.openxmlformats.org/officeDocument/2006/relationships/notesMaster" Target="/ppt/notesMasters/notesMaster1.xml" Id="Rc3867a13daaa45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afeac0617047cf" /><Relationship Type="http://schemas.openxmlformats.org/officeDocument/2006/relationships/notesMaster" Target="/ppt/notesMasters/notesMaster1.xml" Id="R4dbfb80aff934b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6ea0e16f584b1b" /><Relationship Type="http://schemas.openxmlformats.org/officeDocument/2006/relationships/notesMaster" Target="/ppt/notesMasters/notesMaster1.xml" Id="R4ded943630da4a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3fd8adff84481a" /><Relationship Type="http://schemas.openxmlformats.org/officeDocument/2006/relationships/notesMaster" Target="/ppt/notesMasters/notesMaster1.xml" Id="Rfbd753505b5449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16b03ea45a4ed1" /><Relationship Type="http://schemas.openxmlformats.org/officeDocument/2006/relationships/notesMaster" Target="/ppt/notesMasters/notesMaster1.xml" Id="R6506bfae3f0740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8a56669f394f84" /><Relationship Type="http://schemas.openxmlformats.org/officeDocument/2006/relationships/notesMaster" Target="/ppt/notesMasters/notesMaster1.xml" Id="Ree3de85a020948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33fe63216f4cf2" /><Relationship Type="http://schemas.openxmlformats.org/officeDocument/2006/relationships/notesMaster" Target="/ppt/notesMasters/notesMaster1.xml" Id="R7cb8892ce944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del repositorio ChasquiFly FrontEnd, rama feature/US06-compare-flights, commit baa333f.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Capturas: CompareFlightsPage.tsx líneas 58-76 y 360-378.</a:t>
            </a:r>
          </a:p>
          <a:p xmlns:a="http://schemas.openxmlformats.org/drawingml/2006/main">
            <a:r>
              <a:t>Fuente: código del repositorio ChasquiFly FrontEnd, commit baa333f.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Capturas: ComparisonPrioritySelector.tsx líneas 18-44 y 106-121.</a:t>
            </a:r>
          </a:p>
          <a:p xmlns:a="http://schemas.openxmlformats.org/drawingml/2006/main">
            <a:r>
              <a:t>Fuente: código del repositorio ChasquiFly FrontEnd, commit baa333f.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Capturas: CompareHeaderCards.tsx líneas 54-71 y 202-227.</a:t>
            </a:r>
          </a:p>
          <a:p xmlns:a="http://schemas.openxmlformats.org/drawingml/2006/main">
            <a:r>
              <a:t>Fuente: código del repositorio ChasquiFly FrontEnd, commit baa333f.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Capturas: CompareSpecsTable.tsx líneas 21-42 y 139-156.</a:t>
            </a:r>
          </a:p>
          <a:p xmlns:a="http://schemas.openxmlformats.org/drawingml/2006/main">
            <a:r>
              <a:t>Fuente: código del repositorio ChasquiFly FrontEnd, commit baa333f.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Capturas: AIRecommendationBanner.tsx líneas 95-113 y 129-148.</a:t>
            </a:r>
          </a:p>
          <a:p xmlns:a="http://schemas.openxmlformats.org/drawingml/2006/main">
            <a:r>
              <a:t>Fuente: código del repositorio ChasquiFly FrontEnd, commit baa333f.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Capturas: compareService.ts líneas 43-60 y 368-397. El servicio también valida ruta, fecha, moneda y cabina antes de construir la comparación.</a:t>
            </a:r>
          </a:p>
          <a:p xmlns:a="http://schemas.openxmlformats.org/drawingml/2006/main">
            <a:r>
              <a:t>Fuente: código del repositorio ChasquiFly FrontEnd, commit baa333f.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d43cf795f48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e5cb6b54742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5cbdd7d8541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6399483ba5404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a7f2b1a6d44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d55641f3749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674b71cd549a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381e8ad814c0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102a3dbd1a406c" /><Relationship Type="http://schemas.openxmlformats.org/officeDocument/2006/relationships/slideLayout" Target="/ppt/slideLayouts/slideLayout1.xml" Id="R866a06f3267548fa" /><Relationship Type="http://schemas.openxmlformats.org/officeDocument/2006/relationships/slideLayout" Target="/ppt/slideLayouts/slideLayout2.xml" Id="Rde8b9081208a49f6" /><Relationship Type="http://schemas.openxmlformats.org/officeDocument/2006/relationships/slideLayout" Target="/ppt/slideLayouts/slideLayout3.xml" Id="Ra56694be4fef4f9a" /><Relationship Type="http://schemas.openxmlformats.org/officeDocument/2006/relationships/slideLayout" Target="/ppt/slideLayouts/slideLayout4.xml" Id="Rc76ac40048fc4a3e" /><Relationship Type="http://schemas.openxmlformats.org/officeDocument/2006/relationships/slideLayout" Target="/ppt/slideLayouts/slideLayout5.xml" Id="R10d4b3074377475c" /><Relationship Type="http://schemas.openxmlformats.org/officeDocument/2006/relationships/slideLayout" Target="/ppt/slideLayouts/slideLayout6.xml" Id="Rf7f3e3bdac4a49b8" /><Relationship Type="http://schemas.openxmlformats.org/officeDocument/2006/relationships/slideLayout" Target="/ppt/slideLayouts/slideLayout7.xml" Id="R2f46b848e90d468c" /><Relationship Type="http://schemas.openxmlformats.org/officeDocument/2006/relationships/slideLayout" Target="/ppt/slideLayouts/slideLayout8.xml" Id="R9ef6e905d5d6479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a06f3267548fa"/>
    <p:sldLayoutId xmlns:r="http://schemas.openxmlformats.org/officeDocument/2006/relationships" id="2147483650" r:id="Rde8b9081208a49f6"/>
    <p:sldLayoutId xmlns:r="http://schemas.openxmlformats.org/officeDocument/2006/relationships" id="2147483651" r:id="Ra56694be4fef4f9a"/>
    <p:sldLayoutId xmlns:r="http://schemas.openxmlformats.org/officeDocument/2006/relationships" id="2147483652" r:id="Rc76ac40048fc4a3e"/>
    <p:sldLayoutId xmlns:r="http://schemas.openxmlformats.org/officeDocument/2006/relationships" id="2147483653" r:id="R10d4b3074377475c"/>
    <p:sldLayoutId xmlns:r="http://schemas.openxmlformats.org/officeDocument/2006/relationships" id="2147483654" r:id="Rf7f3e3bdac4a49b8"/>
    <p:sldLayoutId xmlns:r="http://schemas.openxmlformats.org/officeDocument/2006/relationships" id="2147483655" r:id="R2f46b848e90d468c"/>
    <p:sldLayoutId xmlns:r="http://schemas.openxmlformats.org/officeDocument/2006/relationships" id="2147483656" r:id="R9ef6e905d5d6479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74d664d55421a" /><Relationship Type="http://schemas.openxmlformats.org/officeDocument/2006/relationships/notesSlide" Target="/ppt/notesSlides/notesSlide1.xml" Id="R22c023f45f0748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996e687d7c9475f" /><Relationship Type="http://schemas.openxmlformats.org/officeDocument/2006/relationships/image" Target="/ppt/media/image.png" Id="R957beb75dd4d4a12" /><Relationship Type="http://schemas.openxmlformats.org/officeDocument/2006/relationships/image" Target="/ppt/media/image2.png" Id="Rcf5631de298140b7" /><Relationship Type="http://schemas.openxmlformats.org/officeDocument/2006/relationships/notesSlide" Target="/ppt/notesSlides/notesSlide2.xml" Id="Ra962553650904a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6d4e6a163ff4d5a" /><Relationship Type="http://schemas.openxmlformats.org/officeDocument/2006/relationships/image" Target="/ppt/media/image3.png" Id="R4d550da8b6784733" /><Relationship Type="http://schemas.openxmlformats.org/officeDocument/2006/relationships/image" Target="/ppt/media/image4.png" Id="R6d479de21e4f4203" /><Relationship Type="http://schemas.openxmlformats.org/officeDocument/2006/relationships/notesSlide" Target="/ppt/notesSlides/notesSlide3.xml" Id="R32519a9df86c4d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66f08339f5f425a" /><Relationship Type="http://schemas.openxmlformats.org/officeDocument/2006/relationships/image" Target="/ppt/media/image5.png" Id="R1f96ee3e2dd543b4" /><Relationship Type="http://schemas.openxmlformats.org/officeDocument/2006/relationships/image" Target="/ppt/media/image6.png" Id="R55e3e3247324476c" /><Relationship Type="http://schemas.openxmlformats.org/officeDocument/2006/relationships/notesSlide" Target="/ppt/notesSlides/notesSlide4.xml" Id="R42a44c6b9ed9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3917ca38da94f81" /><Relationship Type="http://schemas.openxmlformats.org/officeDocument/2006/relationships/image" Target="/ppt/media/image7.png" Id="Rc0c9c74655a140f5" /><Relationship Type="http://schemas.openxmlformats.org/officeDocument/2006/relationships/image" Target="/ppt/media/image8.png" Id="Ra4a7aa4d568942be" /><Relationship Type="http://schemas.openxmlformats.org/officeDocument/2006/relationships/notesSlide" Target="/ppt/notesSlides/notesSlide5.xml" Id="R6425f125c2e941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abb80adf5474325" /><Relationship Type="http://schemas.openxmlformats.org/officeDocument/2006/relationships/image" Target="/ppt/media/image9.png" Id="R4b57bbbb6a5547d8" /><Relationship Type="http://schemas.openxmlformats.org/officeDocument/2006/relationships/image" Target="/ppt/media/image10.png" Id="Rc68e8f578fdb4e0c" /><Relationship Type="http://schemas.openxmlformats.org/officeDocument/2006/relationships/notesSlide" Target="/ppt/notesSlides/notesSlide6.xml" Id="R4d1de114d67d45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ff9ca63730c4bcb" /><Relationship Type="http://schemas.openxmlformats.org/officeDocument/2006/relationships/image" Target="/ppt/media/image11.png" Id="Rcd6d6c59ce664ac3" /><Relationship Type="http://schemas.openxmlformats.org/officeDocument/2006/relationships/image" Target="/ppt/media/image12.png" Id="Rb4cc2a3d0e0c4dfa" /><Relationship Type="http://schemas.openxmlformats.org/officeDocument/2006/relationships/notesSlide" Target="/ppt/notesSlides/notesSlide7.xml" Id="Ra7821211f6fc4e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E1BEB-2E20-4A63-950C-5BB2D0CC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CHASQUIFLY · US06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8F8A1-582A-47D7-9E81-83BEC13A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57375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Módulo compare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D6FB3-3A0E-4E6B-8B64-8AB7B9F6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Lectura técnica de componentes, estado, reglas de comparación y recomendación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35549-7F09-478A-9548-CECA110E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EC807-6F7E-4339-A029-2F5CE107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React · TypeScript · Material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79F11-393E-484D-A4F7-0FB6D7F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52925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EA5E9"/>
                </a:solidFill>
                <a:latin typeface="Arial"/>
                <a:ea typeface="Arial"/>
                <a:cs typeface="Arial"/>
              </a:rPr>
              <a:t>2 fragmentos clave por clase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A78BF-7837-4B85-8224-90632E78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CompareFlightsPage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6E69E-2D1C-4619-A21B-32501D93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2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src/modules/compare/pages/CompareFlightsPage.tsx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D4076-5853-462C-9FD7-E50C6F7E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B89F2F-C5AE-496F-961F-7A4E8AEB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 · Estado reconstruido desde la URL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BF891-66BA-4CF1-B10C-1B414AEC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 · Orquestación de componentes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beb75dd4d4a12"/>
          <a:stretch xmlns:a="http://schemas.openxmlformats.org/drawingml/2006/main"/>
        </p:blipFill>
        <p:spPr>
          <a:xfrm xmlns:a="http://schemas.openxmlformats.org/drawingml/2006/main">
            <a:off x="423235" y="1409700"/>
            <a:ext cx="5440030" cy="28194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631de298140b7"/>
          <a:stretch xmlns:a="http://schemas.openxmlformats.org/drawingml/2006/main"/>
        </p:blipFill>
        <p:spPr>
          <a:xfrm xmlns:a="http://schemas.openxmlformats.org/drawingml/2006/main">
            <a:off x="6328735" y="1409700"/>
            <a:ext cx="5440030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033E3-0C66-415D-ADEA-99685AFC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FC26D-4D6D-4F6B-9CAA-942793BA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Lee flightA, flightB, selected y priority con useSearchParams. Valida que los identificadores existan y sean distintos antes de cargar 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65D6F-34B7-475A-A1C9-9FD995AF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64BB6-3BB7-4222-93B2-B732837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La comparación se puede compartir o recargar sin perder el contexto y sin depender de un almacén global.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159D9-522E-4A97-A440-A5B80132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617AF-9A55-4893-BD33-6678DE7D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Entrega el mismo estado a las tarjetas, la tabla y el banner. Los callbacks del contenedor controlan prioridad y elección.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CE978-4EA0-4748-8E54-2147F40E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3197F3-8041-48F8-BEC7-69F6C550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Mantiene una sola fuente de verdad y sincroniza todas las vistas del comparador.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3343F-C165-42B8-9BBE-D532858D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ChasquiFly · módulo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29B19-5A77-47E2-9DF3-D90E5C00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9805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8D014-A38A-46FF-8A21-69EC1694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ComparisonPrioritySelector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99AA8-E144-4FDC-80AC-4D45E66C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2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src/modules/compare/components/ComparisonPrioritySelector.tsx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24472-FBB0-4E6F-868C-EDFE50FA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EB5F6-E485-4B46-B28A-4A69CC71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 · Perfiles tipados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C0CDC-BAB6-4330-BE78-045D08A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 · Selección exclusiva y responsive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50da8b6784733"/>
          <a:stretch xmlns:a="http://schemas.openxmlformats.org/drawingml/2006/main"/>
        </p:blipFill>
        <p:spPr>
          <a:xfrm xmlns:a="http://schemas.openxmlformats.org/drawingml/2006/main">
            <a:off x="1092777" y="1409700"/>
            <a:ext cx="4100945" cy="28194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79de21e4f4203"/>
          <a:stretch xmlns:a="http://schemas.openxmlformats.org/drawingml/2006/main"/>
        </p:blipFill>
        <p:spPr>
          <a:xfrm xmlns:a="http://schemas.openxmlformats.org/drawingml/2006/main">
            <a:off x="6286500" y="1563107"/>
            <a:ext cx="5524500" cy="251258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AE5F3-80CA-487B-8858-922ADD2A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CCF9B-76FD-4D86-892C-8FE6E755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PRIORITY_OPTIONS define cuatro criterios y cada value usa el tipo ComparisonPriority. Las props reciben el valor y un callback tipado.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87FF6-22CE-45DE-B14C-E239FD2D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D2B06-5EEA-4BC9-95BE-81F2F5BE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Evita prioridades inválidas y centraliza el texto que ve el usuario.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D235A-A344-4DDF-B389-A1547403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BF363-C7E1-4012-84A1-0FF6AE95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Mapea las opciones a ToggleButton y usa un grupo exclusive. El estado seleccionado cambia color y conserva etiquetas ARIA.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F6D2B-84E6-4C86-954B-C58F29FD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2F990-6670-457F-90A4-E2D8192D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El usuario activa un solo perfil y la interfaz funciona en móvil y escritorio.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9266F3-2827-467F-9AA1-F966D64A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ChasquiFly · módulo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802802-0BE1-4F9A-81AE-45F01798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730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0EA37-0BCF-4088-9277-297E6B5E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CompareHeaderCards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9D2A7-090A-4A91-AF37-CA57577E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2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src/modules/compare/components/CompareHeaderCards.tsx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14C89-AC39-4233-BCBF-DCAB0429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3CFC6-172F-40CB-ABC3-AFE1E41D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 · Estado visual derivado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BC85E-4B88-4EF7-A025-598579F9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 · Precio y acción de elección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6ee3e2dd543b4"/>
          <a:stretch xmlns:a="http://schemas.openxmlformats.org/drawingml/2006/main"/>
        </p:blipFill>
        <p:spPr>
          <a:xfrm xmlns:a="http://schemas.openxmlformats.org/drawingml/2006/main">
            <a:off x="381000" y="1446243"/>
            <a:ext cx="5524500" cy="2746314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3e3247324476c"/>
          <a:stretch xmlns:a="http://schemas.openxmlformats.org/drawingml/2006/main"/>
        </p:blipFill>
        <p:spPr>
          <a:xfrm xmlns:a="http://schemas.openxmlformats.org/drawingml/2006/main">
            <a:off x="6933183" y="1409700"/>
            <a:ext cx="4231134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EE78A-ACD9-4231-9D1D-DCBE770F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93F4F-8D19-42EC-990D-8E35FF04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Compara cada id con recommendedFlightId y selectedFlightId. Esos booleanos controlan ARIA, borde, color y sombra.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A45BC-FE6B-47B3-AE16-B939DF6A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86FA4-81FF-46D4-910B-C91CF539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La tarjeta comunica recomendación y elección tanto visualmente como a lectores de pantalla.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A01A1-C527-4DFC-9397-88FACF16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ACE4A-76FE-406C-AE6B-2B47EF4C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Muestra el distintivo MÁS BARATO y convierte el botón en un control con aria-pressed. El click devuelve el vuelo al contenedor.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4F17E-99BE-448A-8FFA-2B982E5A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E38AB-69CC-49C8-BE7C-4BCCCE5C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El usuario identifica el menor precio y confirma una alternativa sin mezclar lógica de negocio en la tarjeta.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891E6-ADA8-471D-B31A-70A0585B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ChasquiFly · módulo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27E96-0A4B-4734-B402-C84DB1C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4604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99A7D-97C1-46DB-A346-FEEBB9C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CompareSpecsTable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7CA0F-2634-4377-952D-879966DA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2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src/modules/compare/components/CompareSpecsTable.tsx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D3363-3336-478F-94FC-98FF3F33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C43C3-86CD-4E64-B117-BC380185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 · Iconografía semántica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3428D-86EC-4E8F-BEB7-44B09607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 · Filas generadas desde datos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9c74655a140f5"/>
          <a:stretch xmlns:a="http://schemas.openxmlformats.org/drawingml/2006/main"/>
        </p:blipFill>
        <p:spPr>
          <a:xfrm xmlns:a="http://schemas.openxmlformats.org/drawingml/2006/main">
            <a:off x="719964" y="1409700"/>
            <a:ext cx="4846572" cy="28194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7aa4d568942be"/>
          <a:stretch xmlns:a="http://schemas.openxmlformats.org/drawingml/2006/main"/>
        </p:blipFill>
        <p:spPr>
          <a:xfrm xmlns:a="http://schemas.openxmlformats.org/drawingml/2006/main">
            <a:off x="6286500" y="1446243"/>
            <a:ext cx="5524500" cy="274631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012A8-68E0-467E-AABA-822E22A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B1942-5710-4D04-A1E4-4ECDEA74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renderIcon traduce flags de dominio en iconos de éxito o ausencia. La función evita repetir SVG y estilos por cada celda.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EE719-A030-40C0-A2A8-FC3BC562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565C0-125F-4853-B280-3226D6A5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La tabla mantiene un lenguaje visual consistente para beneficios y restricciones.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F60AD-4318-4A2A-874A-768920E7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2B31F-E6D2-41E0-A078-19D6E2D8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Cada CompareSpecItem aporta texto, resaltado y estado negativo. El render ajusta color y peso sin conocer el factor concreto.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29B11-3748-4620-98B7-6611FD86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AD3C5-8BA7-49E4-9961-84E28492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Los diez factores se muestran con el mismo componente y admiten nuevos criterios sin duplicar estructura.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0E7DA-0DEA-4AC5-A0FB-821115F6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ChasquiFly · módulo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007A3-3402-455D-A9D2-5C8F3F1A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5122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74ABF-6699-4A0F-A19B-4BCC89F0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AIRecommendationBanner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5819E-3212-498F-807E-70BA088F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2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src/modules/compare/components/AIRecommendationBanner.tsx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6DE9A-AA4A-4E85-A933-28202F44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A88F3-49BB-4E8F-B7E5-5529B409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 · Acción sobre la recomendación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16537-B22A-4765-AB4F-76D9A87D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 · Puntuaciones comparables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7bbbb6a5547d8"/>
          <a:stretch xmlns:a="http://schemas.openxmlformats.org/drawingml/2006/main"/>
        </p:blipFill>
        <p:spPr>
          <a:xfrm xmlns:a="http://schemas.openxmlformats.org/drawingml/2006/main">
            <a:off x="423235" y="1409700"/>
            <a:ext cx="5440030" cy="28194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e8f578fdb4e0c"/>
          <a:stretch xmlns:a="http://schemas.openxmlformats.org/drawingml/2006/main"/>
        </p:blipFill>
        <p:spPr>
          <a:xfrm xmlns:a="http://schemas.openxmlformats.org/drawingml/2006/main">
            <a:off x="6435402" y="1409700"/>
            <a:ext cx="5226695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6E1BB-0461-4E18-900D-7BB888F6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63191-22FF-47BD-AF7F-3B96D636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El botón cambia variante y texto según isRecommendedFlightSelected. onSelectRecommended delega la decisión a la página.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F2660-17CC-4998-83B1-C6475DF5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837D3-47CF-4356-98DF-241B278D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Permite elegir la sugerencia directamente y confirma el estado sin ejecutar una reserva.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EB988-1CB5-419C-A8F6-E36D3004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EB043-4F72-4E99-82D8-57D7CF72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Recorre vuelo recomendado y alternativa, muestra score/100 y alimenta LinearProgress con el mismo valor.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15304-AC7F-48A7-9A3C-CA47F213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5280C-A69A-4738-B71C-BFB59012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Convierte el cálculo del servicio en evidencia visual que explica la diferencia entre ambas opciones.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6CD2E-31D7-43AE-BC52-944A7C62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ChasquiFly · módulo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7721C-C6DD-4EF3-9844-872FF409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2233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B81AC-FB87-4C2E-85A7-AAE75D1C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5EB81-6A78-477B-BDBE-41456A34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2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src/services/compareService.ts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FD13C-5EF0-4262-B955-A18BC08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4609A-3DB1-44B5-9A35-ED99B01D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01 · Pesos por prioridad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D506D-D5D3-4F9E-B5F4-4AF9A148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620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02 · Cálculo determinista del ganador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d6c59ce664ac3"/>
          <a:stretch xmlns:a="http://schemas.openxmlformats.org/drawingml/2006/main"/>
        </p:blipFill>
        <p:spPr>
          <a:xfrm xmlns:a="http://schemas.openxmlformats.org/drawingml/2006/main">
            <a:off x="381000" y="1446243"/>
            <a:ext cx="5524500" cy="2746314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c2a3d0e0c4dfa"/>
          <a:stretch xmlns:a="http://schemas.openxmlformats.org/drawingml/2006/main"/>
        </p:blipFill>
        <p:spPr>
          <a:xfrm xmlns:a="http://schemas.openxmlformats.org/drawingml/2006/main">
            <a:off x="7171557" y="1409700"/>
            <a:ext cx="3754387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E5E97-8756-4249-9125-88C477D8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64A88-876E-453A-AD5C-4B1D7B4C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PRIORITY_WEIGHTS asigna porcentajes a precio, duración, escalas, equipaje, comodidad, flexibilidad y puntualidad.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5B730-2B22-46EF-A1FE-802EA796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3CC91-1957-4DD8-ADC4-59410CD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La misma pareja de vuelos puede producir otra recomendación cuando cambia la prioridad del usuario.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A45AD5-BAC2-4572-B1BA-6C69E901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MECÁNICA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566FF-CFB6-48D5-A112-395FE7F2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Compara cada métrica según higherIsBetter, acumula pesos, divide empates y ordena las razones con mayor impacto.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F10F5-9BE2-4AAD-B944-B5A658D3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E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E9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B27797-50E2-43F7-B6F7-D6D608E4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52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Entrega un ganador reproducible, puntuaciones complementarias sobre 100 y motivos verificables.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A97B6-6E41-4870-9D5D-A8546C28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579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ChasquiFly · módulo 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F19AF-BB53-4418-99A3-CAA4DD74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835764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2026-09-14T17:06:52.7190000Z</dcterms:created>
  <dcterms:modified xsi:type="dcterms:W3CDTF">2026-09-14T17:06:52.7190000Z</dcterms:modified>
</coreProperties>
</file>